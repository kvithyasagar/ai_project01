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2E8E9-5238-1CE0-4C52-AB284C559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A7C43-AF86-35F7-F541-A99442B39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3BC5A-2D2B-F097-43AB-AB76C478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58DDB-0824-773E-BAC5-23AF25A8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37831-60D0-8F23-6101-34B9AD12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08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ADDF-C50F-6BF4-F79F-D53BD6B4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C3AD7-7567-BD55-33A3-134CC318D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F161B-D88E-C328-9B67-F7DFD1784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BD23E-B2A1-848C-53AD-DE15A39C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4F0DD-A3A1-692E-D7C9-E7903713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5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226D-5973-9539-FC44-55DC0A79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8B9A6-E178-1B0C-A04C-5E08ADD22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5E31E-6FC8-76A7-B5DC-B367B4BA9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4E47B-3C01-F3B0-C9C9-7A83347E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997F-0C38-721C-2280-F4311B40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1416-7AB0-70C0-07DB-8B92DDE4E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B4175-8D07-4C6B-FC95-BC8614A7C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DEBA9-6434-3A84-007B-CD8C4846B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5AAF-2D79-4470-4A59-1990CB0D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12674-5D5E-C7DA-BA59-C61646B6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BCF0A-381C-8C54-CA6F-17AE9066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2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B65A-596B-FDA5-B6E0-31BCF651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9F8E3-1D51-2203-3CE3-5798B49E5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A321E-7FD4-2A52-25AE-9A0A25825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E3CA1-8A2B-FA9F-248B-D27A89F01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90029-34F5-E14E-4130-5A9B10B0F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40F76-DEBC-5B5F-CAAD-015C7DA1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ED68D-0346-EF5E-63FC-BB22D24A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DF199-559A-B306-B802-C21C907B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9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EB6F-3A02-C2C1-BB5B-9BE6EF263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B33EA-C528-C47D-F089-75D12793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797BD-CA46-0730-015D-8172B067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9ABEE-F540-BA69-2765-30D6598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3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06877-1733-04EC-6656-1E4FFE69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3C5CD-DBC4-A33E-375C-22E5598F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15E63-EEBB-BD05-84C5-CD95D75F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16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0BFF-C93B-B151-3F03-FDA3BD71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F5F-0FA1-727D-8172-A01745109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1A49D-7DD7-9834-ED51-8A9CFEC26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8E3B1-33EB-7619-58E5-6C957359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FEB9-AF64-9953-BF76-A037CCBD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15816-F1B0-7E6E-B7FD-F6D3D3FC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4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E99E3-5F1C-2724-B868-4A51CE37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41308-881D-02F6-C3CC-404A4CA8C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AA327-D3FB-F15B-297A-8EECDB412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BCC13-22F9-B6EF-1C90-0B3E7255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DD23C-C183-49BA-89AC-4FE8C3D0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4D83B-C860-44FC-92EF-4906B564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9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B7C8-8544-3F5D-1AEB-360B88D6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6C449-B004-C99F-056B-802D30720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2BDBF-FCA0-3A91-8E65-7A9FA814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C1F06-8B49-9E4C-832A-633DDEAC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AEEA-615C-A513-1D5D-429A2CDA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8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F82B3-53E1-CD41-7609-5EED75E4F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B472C-4446-9719-A51E-BC4ADE2E3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EE6D9-DD22-D166-C8E6-B683760A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9A1E9-8CD4-8E4D-222C-5D78A1F1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7FF59-2E75-7254-90EA-6A44F69B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90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2976-9C9A-3B4D-AE3B-30BFE640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66651-88AB-2287-F79F-BE919D421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7D0BE-B1E3-F630-F45F-7909CDAC5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3CFBE-41F7-BCBA-9ECF-332BB5DC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D9433-7825-787E-536F-67956FEA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2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7E41CC-0471-7238-3B94-B8E43EF7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4B022-4FCB-80BF-8A47-16C175A3C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BCF2C-FA22-18BC-C299-F997EAE61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59DF9-19AC-438C-A0A7-5182DE9F89C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2B49D-1AEB-C2BC-20EF-E56A8508E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27712-7EEA-4DFF-3583-DDAE36F0B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0AD8-14DC-434C-B4B1-0C1409D51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5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7F35-DBD8-955F-A679-98EB36A7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Sri Lankan Greetings &amp; Etiquette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96C8A-0DBD-7FE2-AB3D-DD16D988DEA6}"/>
              </a:ext>
            </a:extLst>
          </p:cNvPr>
          <p:cNvSpPr txBox="1"/>
          <p:nvPr/>
        </p:nvSpPr>
        <p:spPr>
          <a:xfrm>
            <a:off x="2588491" y="3267363"/>
            <a:ext cx="635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400"/>
              <a:t>Reflecting Respect, Relationship, and Culture</a:t>
            </a:r>
          </a:p>
          <a:p>
            <a:pPr algn="ctr"/>
            <a:r>
              <a:rPr lang="en-US" sz="2400"/>
              <a:t>A Guide to Sinhala Hospitality</a:t>
            </a:r>
          </a:p>
        </p:txBody>
      </p:sp>
    </p:spTree>
    <p:extLst>
      <p:ext uri="{BB962C8B-B14F-4D97-AF65-F5344CB8AC3E}">
        <p14:creationId xmlns:p14="http://schemas.microsoft.com/office/powerpoint/2010/main" val="24884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AE34-08B8-558A-9FEB-E7F53CA7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745" y="402070"/>
            <a:ext cx="10515600" cy="1325563"/>
          </a:xfrm>
        </p:spPr>
        <p:txBody>
          <a:bodyPr/>
          <a:lstStyle/>
          <a:p>
            <a:r>
              <a:rPr lang="en-US" dirty="0"/>
              <a:t>The Golden Rule: '</a:t>
            </a:r>
            <a:r>
              <a:rPr lang="en-US" dirty="0" err="1"/>
              <a:t>Ayubowan</a:t>
            </a:r>
            <a:r>
              <a:rPr lang="en-US" dirty="0"/>
              <a:t>'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6C68D-7F97-E063-69C9-7455A5EA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Usage: Used 90% of the time (Formal &amp; Daily Life)</a:t>
            </a:r>
          </a:p>
          <a:p>
            <a:r>
              <a:rPr lang="en-US" dirty="0"/>
              <a:t>Meaning: 'May you live a long life'</a:t>
            </a:r>
          </a:p>
          <a:p>
            <a:r>
              <a:rPr lang="en-US" dirty="0"/>
              <a:t>Pronunciation: Ah-</a:t>
            </a:r>
            <a:r>
              <a:rPr lang="en-US" dirty="0" err="1"/>
              <a:t>yu</a:t>
            </a:r>
            <a:r>
              <a:rPr lang="en-US" dirty="0"/>
              <a:t>-bow-wan</a:t>
            </a:r>
          </a:p>
          <a:p>
            <a:r>
              <a:rPr lang="en-US" dirty="0"/>
              <a:t>Gesture: Join palms together at chest level</a:t>
            </a:r>
          </a:p>
          <a:p>
            <a:r>
              <a:rPr lang="en-US" dirty="0"/>
              <a:t>Use cases:</a:t>
            </a:r>
          </a:p>
          <a:p>
            <a:r>
              <a:rPr lang="en-US" dirty="0"/>
              <a:t>	- Good Morning / Evening / Night</a:t>
            </a:r>
          </a:p>
          <a:p>
            <a:r>
              <a:rPr lang="en-US" dirty="0"/>
              <a:t>	- Hello &amp; Goodbye</a:t>
            </a:r>
          </a:p>
        </p:txBody>
      </p:sp>
    </p:spTree>
    <p:extLst>
      <p:ext uri="{BB962C8B-B14F-4D97-AF65-F5344CB8AC3E}">
        <p14:creationId xmlns:p14="http://schemas.microsoft.com/office/powerpoint/2010/main" val="388821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3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3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3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3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3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3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D6FC-0D0D-5EE7-0AB4-6391E535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Casual Greetings (Peers &amp; Friends)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DB57D-A7E7-7776-59B0-6AAC2F1DA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Greeting: 'Kohomada?'</a:t>
            </a:r>
          </a:p>
          <a:p>
            <a:r>
              <a:rPr lang="en-US"/>
              <a:t>	- Pronunciation: Ko-ho-muh-dhuh</a:t>
            </a:r>
          </a:p>
          <a:p>
            <a:r>
              <a:rPr lang="en-US"/>
              <a:t>	- Meaning: How are you?</a:t>
            </a:r>
          </a:p>
          <a:p>
            <a:r>
              <a:rPr lang="en-US"/>
              <a:t>	- Context: Used with friends or people you see often</a:t>
            </a:r>
          </a:p>
          <a:p>
            <a:endParaRPr lang="en-US"/>
          </a:p>
          <a:p>
            <a:r>
              <a:rPr lang="en-US"/>
              <a:t>The Reply:</a:t>
            </a:r>
          </a:p>
          <a:p>
            <a:r>
              <a:rPr lang="en-US"/>
              <a:t>	- 'Varadak Na' (No fault / I'm Okay)</a:t>
            </a:r>
          </a:p>
          <a:p>
            <a:r>
              <a:rPr lang="en-US"/>
              <a:t>	- 'Hondai' (Good)</a:t>
            </a:r>
          </a:p>
        </p:txBody>
      </p:sp>
    </p:spTree>
    <p:extLst>
      <p:ext uri="{BB962C8B-B14F-4D97-AF65-F5344CB8AC3E}">
        <p14:creationId xmlns:p14="http://schemas.microsoft.com/office/powerpoint/2010/main" val="143180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D933-0280-D525-6F84-EF44B32D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Cultural Insight: Departure Etiquette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91779-7658-F8D2-5B1F-B3163E7A7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Superstition: Saying 'I am leaving' (Mama yannam) is considered bad luck/inauspicious.</a:t>
            </a:r>
          </a:p>
          <a:p>
            <a:endParaRPr lang="en-US"/>
          </a:p>
          <a:p>
            <a:r>
              <a:rPr lang="en-US"/>
              <a:t>The Correct Phrase: 'Mama gihin ennam'</a:t>
            </a:r>
          </a:p>
          <a:p>
            <a:r>
              <a:rPr lang="en-US"/>
              <a:t>	- Literal: I will go and come back</a:t>
            </a:r>
          </a:p>
          <a:p>
            <a:r>
              <a:rPr lang="en-US"/>
              <a:t>	- Short form: 'Gihin ennam'</a:t>
            </a:r>
          </a:p>
          <a:p>
            <a:endParaRPr lang="en-US"/>
          </a:p>
          <a:p>
            <a:r>
              <a:rPr lang="en-US"/>
              <a:t>Significance: Ensures a safe return.</a:t>
            </a:r>
          </a:p>
        </p:txBody>
      </p:sp>
    </p:spTree>
    <p:extLst>
      <p:ext uri="{BB962C8B-B14F-4D97-AF65-F5344CB8AC3E}">
        <p14:creationId xmlns:p14="http://schemas.microsoft.com/office/powerpoint/2010/main" val="415824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539A-B89D-B560-18FC-8C1BE9DB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Time-Specific Greetings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5C4A4-B5FA-4982-6D6C-1092E143C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Note: In daily life, 'Ayubowan' often replaces these.</a:t>
            </a:r>
          </a:p>
          <a:p>
            <a:r>
              <a:rPr lang="en-US"/>
              <a:t>These are used in broadcasts or formal speeches.</a:t>
            </a:r>
          </a:p>
          <a:p>
            <a:endParaRPr lang="en-US"/>
          </a:p>
          <a:p>
            <a:r>
              <a:rPr lang="en-US"/>
              <a:t>Good Morning:</a:t>
            </a:r>
          </a:p>
          <a:p>
            <a:r>
              <a:rPr lang="en-US"/>
              <a:t>	- Subha U-da-sa-nak</a:t>
            </a:r>
          </a:p>
          <a:p>
            <a:endParaRPr lang="en-US"/>
          </a:p>
          <a:p>
            <a:r>
              <a:rPr lang="en-US"/>
              <a:t>Good Night:</a:t>
            </a:r>
          </a:p>
          <a:p>
            <a:r>
              <a:rPr lang="en-US"/>
              <a:t>	- Subha Rath-ri-yak</a:t>
            </a:r>
          </a:p>
        </p:txBody>
      </p:sp>
    </p:spTree>
    <p:extLst>
      <p:ext uri="{BB962C8B-B14F-4D97-AF65-F5344CB8AC3E}">
        <p14:creationId xmlns:p14="http://schemas.microsoft.com/office/powerpoint/2010/main" val="84414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Sri Lankan Greetings &amp; Etiquette</vt:lpstr>
      <vt:lpstr>The Golden Rule: 'Ayubowan'</vt:lpstr>
      <vt:lpstr>Casual Greetings (Peers &amp; Friends)</vt:lpstr>
      <vt:lpstr>Cultural Insight: Departure Etiquette</vt:lpstr>
      <vt:lpstr>Formal Time-Specific Greetings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Kumukkesan Vithyasagar</dc:creator>
  <cp:lastModifiedBy>Kumukkesan Vithyasagar</cp:lastModifiedBy>
  <cp:revision>1</cp:revision>
  <dcterms:created xsi:type="dcterms:W3CDTF">2026-01-02T20:21:50Z</dcterms:created>
  <dcterms:modified xsi:type="dcterms:W3CDTF">2026-01-02T20:21:50Z</dcterms:modified>
</cp:coreProperties>
</file>